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>
      <p:cViewPr>
        <p:scale>
          <a:sx n="110" d="100"/>
          <a:sy n="110" d="100"/>
        </p:scale>
        <p:origin x="-234" y="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tableStyles" Target="tableStyles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B473F-4BC0-4F4C-B42D-C526D28BC01F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918B0-B558-44E1-8EFA-24F8B6AA580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javascript-function" TargetMode="External" /><Relationship Id="rId2" Type="http://schemas.openxmlformats.org/officeDocument/2006/relationships/hyperlink" Target="https://www.javatpoint.com/html-tutorial" TargetMode="Externa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tryit.asp?filename=tryjs_invoke_function" TargetMode="External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Script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(</a:t>
            </a:r>
            <a:r>
              <a:rPr lang="en-US" dirty="0" err="1"/>
              <a:t>js</a:t>
            </a:r>
            <a:r>
              <a:rPr lang="en-US" dirty="0"/>
              <a:t>) is a light-weight object-oriented programming language which is used by several websites for scripting the </a:t>
            </a:r>
            <a:r>
              <a:rPr lang="en-US" dirty="0" err="1"/>
              <a:t>webpages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is an interpreted, full-fledged programming language that enables dynamic interactivity on websites when applied to an HTML document.</a:t>
            </a:r>
          </a:p>
          <a:p>
            <a:r>
              <a:rPr lang="en-US" dirty="0"/>
              <a:t>It was introduced in the year 1995 for adding programs to the </a:t>
            </a:r>
            <a:r>
              <a:rPr lang="en-US" dirty="0" err="1"/>
              <a:t>webpages</a:t>
            </a:r>
            <a:r>
              <a:rPr lang="en-US" dirty="0"/>
              <a:t> in the Netscape Navigator browser.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Features of JavaScript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763000" cy="5943600"/>
          </a:xfrm>
        </p:spPr>
        <p:txBody>
          <a:bodyPr/>
          <a:lstStyle/>
          <a:p>
            <a:r>
              <a:rPr lang="en-US" dirty="0"/>
              <a:t>All popular web browsers support JavaScript as they provide built-in execution environments.</a:t>
            </a:r>
          </a:p>
          <a:p>
            <a:r>
              <a:rPr lang="en-US" dirty="0"/>
              <a:t>JavaScript follows the syntax and structure of the C programming language. Thus, it is a structured programming language.</a:t>
            </a:r>
          </a:p>
          <a:p>
            <a:r>
              <a:rPr lang="en-US" dirty="0"/>
              <a:t>JavaScript is a weakly typed language, where certain types are implicitly cast (depending on the operation).</a:t>
            </a:r>
          </a:p>
          <a:p>
            <a:r>
              <a:rPr lang="en-US" dirty="0"/>
              <a:t>JavaScript is an object-oriented programming language that uses prototypes rather than using classes for inheritance.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/>
          <a:lstStyle/>
          <a:p>
            <a:r>
              <a:rPr lang="en-US" dirty="0"/>
              <a:t>It is a light-weighted and interpreted language.</a:t>
            </a:r>
          </a:p>
          <a:p>
            <a:r>
              <a:rPr lang="en-US" dirty="0"/>
              <a:t>It is a case-sensitive language.</a:t>
            </a:r>
          </a:p>
          <a:p>
            <a:r>
              <a:rPr lang="en-US" dirty="0"/>
              <a:t>JavaScript is supportable in several operating systems including, Windows, </a:t>
            </a:r>
            <a:r>
              <a:rPr lang="en-US" dirty="0" err="1"/>
              <a:t>macOS</a:t>
            </a:r>
            <a:r>
              <a:rPr lang="en-US" dirty="0"/>
              <a:t>, etc.</a:t>
            </a:r>
          </a:p>
          <a:p>
            <a:r>
              <a:rPr lang="en-US" dirty="0"/>
              <a:t>It provides good control to the users over the web browsers.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Application of JavaScript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867400"/>
          </a:xfrm>
        </p:spPr>
        <p:txBody>
          <a:bodyPr/>
          <a:lstStyle/>
          <a:p>
            <a:r>
              <a:rPr lang="en-US" dirty="0"/>
              <a:t>JavaScript is used to create interactive websites. It is mainly used for:</a:t>
            </a:r>
          </a:p>
          <a:p>
            <a:r>
              <a:rPr lang="en-US" dirty="0"/>
              <a:t>Client-side validation,</a:t>
            </a:r>
          </a:p>
          <a:p>
            <a:r>
              <a:rPr lang="en-US" dirty="0"/>
              <a:t>Dynamic drop-down menus,</a:t>
            </a:r>
          </a:p>
          <a:p>
            <a:r>
              <a:rPr lang="en-US" dirty="0"/>
              <a:t>Displaying date and time,</a:t>
            </a:r>
          </a:p>
          <a:p>
            <a:r>
              <a:rPr lang="en-US" dirty="0"/>
              <a:t>Displaying pop-up windows and dialog boxes (like an alert dialog box, confirm dialog box and prompt dialog box),</a:t>
            </a:r>
          </a:p>
          <a:p>
            <a:r>
              <a:rPr lang="en-US" dirty="0"/>
              <a:t>Displaying clocks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JavaScript Example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867400"/>
          </a:xfrm>
        </p:spPr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example is easy to code. JavaScript provides 3 places to put the JavaScript code: within body tag, within head tag and external JavaScript file.</a:t>
            </a:r>
          </a:p>
          <a:p>
            <a:r>
              <a:rPr lang="en-US" b="1" dirty="0"/>
              <a:t>Let’s create the first JavaScript example.</a:t>
            </a:r>
          </a:p>
          <a:p>
            <a:r>
              <a:rPr lang="en-US" b="1" dirty="0"/>
              <a:t>&lt;</a:t>
            </a:r>
            <a:r>
              <a:rPr lang="en-US" dirty="0"/>
              <a:t>script type="text/</a:t>
            </a:r>
            <a:r>
              <a:rPr lang="en-US" dirty="0" err="1"/>
              <a:t>javascript</a:t>
            </a:r>
            <a:r>
              <a:rPr lang="en-US" dirty="0"/>
              <a:t>"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dirty="0" err="1"/>
              <a:t>document.write</a:t>
            </a:r>
            <a:r>
              <a:rPr lang="en-US" dirty="0"/>
              <a:t>("JavaScript is a simple language for </a:t>
            </a:r>
            <a:r>
              <a:rPr lang="en-US" dirty="0" err="1"/>
              <a:t>javatpoint</a:t>
            </a:r>
            <a:r>
              <a:rPr lang="en-US" dirty="0"/>
              <a:t> learners");  </a:t>
            </a:r>
          </a:p>
          <a:p>
            <a:r>
              <a:rPr lang="en-US" b="1" dirty="0"/>
              <a:t>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script</a:t>
            </a:r>
            <a:r>
              <a:rPr lang="en-US" dirty="0"/>
              <a:t> tag specifies that we are using JavaScript.</a:t>
            </a:r>
          </a:p>
          <a:p>
            <a:r>
              <a:rPr lang="en-US" dirty="0"/>
              <a:t>The </a:t>
            </a:r>
            <a:r>
              <a:rPr lang="en-US" b="1" dirty="0"/>
              <a:t>text/</a:t>
            </a:r>
            <a:r>
              <a:rPr lang="en-US" b="1" dirty="0" err="1"/>
              <a:t>javascript</a:t>
            </a:r>
            <a:r>
              <a:rPr lang="en-US" dirty="0"/>
              <a:t> is the content type that provides information to the browser about the data.</a:t>
            </a:r>
          </a:p>
          <a:p>
            <a:r>
              <a:rPr lang="en-US" dirty="0"/>
              <a:t>The </a:t>
            </a:r>
            <a:r>
              <a:rPr lang="en-US" b="1" dirty="0" err="1"/>
              <a:t>document.write</a:t>
            </a:r>
            <a:r>
              <a:rPr lang="en-US" b="1" dirty="0"/>
              <a:t>()</a:t>
            </a:r>
            <a:r>
              <a:rPr lang="en-US" dirty="0"/>
              <a:t> function is used to display dynamic content through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b="1" dirty="0"/>
              <a:t>3 Places to put JavaScript code</a:t>
            </a:r>
          </a:p>
          <a:p>
            <a:r>
              <a:rPr lang="en-US" dirty="0"/>
              <a:t>Between the body tag of html</a:t>
            </a:r>
          </a:p>
          <a:p>
            <a:r>
              <a:rPr lang="en-US" dirty="0"/>
              <a:t>Between the head tag of html</a:t>
            </a:r>
          </a:p>
          <a:p>
            <a:r>
              <a:rPr lang="en-US" dirty="0"/>
              <a:t>In .</a:t>
            </a:r>
            <a:r>
              <a:rPr lang="en-US" dirty="0" err="1"/>
              <a:t>js</a:t>
            </a:r>
            <a:r>
              <a:rPr lang="en-US" dirty="0"/>
              <a:t> file (external </a:t>
            </a:r>
            <a:r>
              <a:rPr lang="en-US" dirty="0" err="1"/>
              <a:t>javaScript</a:t>
            </a:r>
            <a:r>
              <a:rPr lang="en-US" dirty="0"/>
              <a:t>)</a:t>
            </a:r>
          </a:p>
          <a:p>
            <a:r>
              <a:rPr lang="en-US" b="1" dirty="0"/>
              <a:t>1) JavaScript Example : code between the body tag</a:t>
            </a:r>
          </a:p>
          <a:p>
            <a:r>
              <a:rPr lang="en-US" dirty="0"/>
              <a:t>&lt;script type="text/</a:t>
            </a:r>
            <a:r>
              <a:rPr lang="en-US" dirty="0" err="1"/>
              <a:t>javascript</a:t>
            </a:r>
            <a:r>
              <a:rPr lang="en-US" dirty="0"/>
              <a:t>"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dirty="0"/>
              <a:t> alert("Hello </a:t>
            </a:r>
            <a:r>
              <a:rPr lang="en-US" dirty="0" err="1"/>
              <a:t>Javatpoint</a:t>
            </a:r>
            <a:r>
              <a:rPr lang="en-US" dirty="0"/>
              <a:t>");  </a:t>
            </a:r>
          </a:p>
          <a:p>
            <a:r>
              <a:rPr lang="en-US" b="1" dirty="0"/>
              <a:t>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2) JavaScript Example : code between the head tag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19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&lt;html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head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script type="text/</a:t>
            </a:r>
            <a:r>
              <a:rPr lang="en-US" dirty="0" err="1"/>
              <a:t>javascript</a:t>
            </a:r>
            <a:r>
              <a:rPr lang="en-US" dirty="0"/>
              <a:t>"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dirty="0"/>
              <a:t>function </a:t>
            </a:r>
            <a:r>
              <a:rPr lang="en-US" dirty="0" err="1"/>
              <a:t>msg</a:t>
            </a:r>
            <a:r>
              <a:rPr lang="en-US" dirty="0"/>
              <a:t>(){  </a:t>
            </a:r>
          </a:p>
          <a:p>
            <a:r>
              <a:rPr lang="en-US" dirty="0"/>
              <a:t> alert("Hello </a:t>
            </a:r>
            <a:r>
              <a:rPr lang="en-US" dirty="0" err="1"/>
              <a:t>Javatpoint</a:t>
            </a:r>
            <a:r>
              <a:rPr lang="en-US" dirty="0"/>
              <a:t>");  </a:t>
            </a:r>
          </a:p>
          <a:p>
            <a:r>
              <a:rPr lang="en-US" dirty="0"/>
              <a:t>}  </a:t>
            </a:r>
          </a:p>
          <a:p>
            <a:r>
              <a:rPr lang="en-US" b="1" dirty="0"/>
              <a:t>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head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body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p</a:t>
            </a:r>
            <a:r>
              <a:rPr lang="en-US" b="1" dirty="0"/>
              <a:t>&gt;</a:t>
            </a:r>
            <a:r>
              <a:rPr lang="en-US" dirty="0"/>
              <a:t>Welcome to JavaScript</a:t>
            </a:r>
            <a:r>
              <a:rPr lang="en-US" b="1" dirty="0"/>
              <a:t>&lt;/</a:t>
            </a:r>
            <a:r>
              <a:rPr lang="en-US" dirty="0"/>
              <a:t>p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form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input type="button" value="click" </a:t>
            </a:r>
            <a:r>
              <a:rPr lang="en-US" dirty="0" err="1"/>
              <a:t>onclick</a:t>
            </a:r>
            <a:r>
              <a:rPr lang="en-US" dirty="0"/>
              <a:t>="</a:t>
            </a:r>
            <a:r>
              <a:rPr lang="en-US" dirty="0" err="1"/>
              <a:t>msg</a:t>
            </a:r>
            <a:r>
              <a:rPr lang="en-US" dirty="0"/>
              <a:t>()"</a:t>
            </a:r>
            <a:r>
              <a:rPr lang="en-US" b="1" dirty="0"/>
              <a:t>/&gt;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form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body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html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External JavaScript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867400"/>
          </a:xfrm>
        </p:spPr>
        <p:txBody>
          <a:bodyPr/>
          <a:lstStyle/>
          <a:p>
            <a:r>
              <a:rPr lang="en-US" dirty="0"/>
              <a:t>We can create external JavaScript file and embed it in many html page.</a:t>
            </a:r>
          </a:p>
          <a:p>
            <a:r>
              <a:rPr lang="en-US" dirty="0"/>
              <a:t>It provides </a:t>
            </a:r>
            <a:r>
              <a:rPr lang="en-US" b="1" dirty="0"/>
              <a:t>code re usability</a:t>
            </a:r>
            <a:r>
              <a:rPr lang="en-US" dirty="0"/>
              <a:t> because single JavaScript file can be used in several html pages.</a:t>
            </a:r>
          </a:p>
          <a:p>
            <a:r>
              <a:rPr lang="en-US" dirty="0"/>
              <a:t>An external JavaScript file must be saved by .</a:t>
            </a:r>
            <a:r>
              <a:rPr lang="en-US" dirty="0" err="1"/>
              <a:t>js</a:t>
            </a:r>
            <a:r>
              <a:rPr lang="en-US" dirty="0"/>
              <a:t> extension. It is recommended to embed all JavaScript files into a single file. It increases the speed of the webpage.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686800" cy="5791200"/>
          </a:xfrm>
        </p:spPr>
        <p:txBody>
          <a:bodyPr/>
          <a:lstStyle/>
          <a:p>
            <a:r>
              <a:rPr lang="en-US" b="1" dirty="0"/>
              <a:t>message.js</a:t>
            </a:r>
          </a:p>
          <a:p>
            <a:r>
              <a:rPr lang="en-US" dirty="0"/>
              <a:t>function </a:t>
            </a:r>
            <a:r>
              <a:rPr lang="en-US" dirty="0" err="1"/>
              <a:t>msg</a:t>
            </a:r>
            <a:r>
              <a:rPr lang="en-US" dirty="0"/>
              <a:t>(){  </a:t>
            </a:r>
          </a:p>
          <a:p>
            <a:r>
              <a:rPr lang="en-US" dirty="0"/>
              <a:t> alert("Hello CS2YR");  </a:t>
            </a:r>
          </a:p>
          <a:p>
            <a:r>
              <a:rPr lang="en-US" dirty="0"/>
              <a:t>} </a:t>
            </a:r>
          </a:p>
          <a:p>
            <a:endParaRPr lang="en-US" dirty="0"/>
          </a:p>
          <a:p>
            <a:r>
              <a:rPr lang="en-US" dirty="0"/>
              <a:t>Let's include the JavaScript file into </a:t>
            </a:r>
            <a:r>
              <a:rPr lang="en-US" dirty="0">
                <a:hlinkClick r:id="rId2"/>
              </a:rPr>
              <a:t>html</a:t>
            </a:r>
            <a:r>
              <a:rPr lang="en-US" dirty="0"/>
              <a:t> page. It calls the </a:t>
            </a:r>
            <a:r>
              <a:rPr lang="en-US" dirty="0">
                <a:hlinkClick r:id="rId3"/>
              </a:rPr>
              <a:t>JavaScript function</a:t>
            </a:r>
            <a:r>
              <a:rPr lang="en-US" dirty="0"/>
              <a:t> on button click.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index.html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715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&lt;html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head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script type="text/</a:t>
            </a:r>
            <a:r>
              <a:rPr lang="en-US" dirty="0" err="1"/>
              <a:t>javaScript</a:t>
            </a:r>
            <a:r>
              <a:rPr lang="en-US" dirty="0"/>
              <a:t>" </a:t>
            </a:r>
            <a:r>
              <a:rPr lang="en-US" dirty="0" err="1"/>
              <a:t>src</a:t>
            </a:r>
            <a:r>
              <a:rPr lang="en-US" dirty="0"/>
              <a:t>="message.js"</a:t>
            </a:r>
            <a:r>
              <a:rPr lang="en-US" b="1" dirty="0"/>
              <a:t>&gt;&lt;/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head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body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p</a:t>
            </a:r>
            <a:r>
              <a:rPr lang="en-US" b="1" dirty="0"/>
              <a:t>&gt;</a:t>
            </a:r>
            <a:r>
              <a:rPr lang="en-US" dirty="0"/>
              <a:t>Welcome to JavaScript</a:t>
            </a:r>
            <a:r>
              <a:rPr lang="en-US" b="1" dirty="0"/>
              <a:t>&lt;/</a:t>
            </a:r>
            <a:r>
              <a:rPr lang="en-US" dirty="0"/>
              <a:t>p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form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</a:t>
            </a:r>
            <a:r>
              <a:rPr lang="en-US" dirty="0"/>
              <a:t>input type="button" value="click" </a:t>
            </a:r>
            <a:r>
              <a:rPr lang="en-US" dirty="0" err="1"/>
              <a:t>onclick</a:t>
            </a:r>
            <a:r>
              <a:rPr lang="en-US" dirty="0"/>
              <a:t>="</a:t>
            </a:r>
            <a:r>
              <a:rPr lang="en-US" dirty="0" err="1"/>
              <a:t>msg</a:t>
            </a:r>
            <a:r>
              <a:rPr lang="en-US" dirty="0"/>
              <a:t>()"</a:t>
            </a:r>
            <a:r>
              <a:rPr lang="en-US" b="1" dirty="0"/>
              <a:t>/&gt;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form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body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&lt;/</a:t>
            </a:r>
            <a:r>
              <a:rPr lang="en-US" dirty="0"/>
              <a:t>html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Advantages of External JavaScript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 fontScale="92500"/>
          </a:bodyPr>
          <a:lstStyle/>
          <a:p>
            <a:r>
              <a:rPr lang="en-US" dirty="0"/>
              <a:t>It helps in the reusability of code in more than one HTML file.</a:t>
            </a:r>
          </a:p>
          <a:p>
            <a:r>
              <a:rPr lang="en-US" dirty="0"/>
              <a:t>It allows easy code readability.</a:t>
            </a:r>
          </a:p>
          <a:p>
            <a:r>
              <a:rPr lang="en-US" dirty="0"/>
              <a:t>It is time-efficient as web browsers cache the external </a:t>
            </a:r>
            <a:r>
              <a:rPr lang="en-US" dirty="0" err="1"/>
              <a:t>js</a:t>
            </a:r>
            <a:r>
              <a:rPr lang="en-US" dirty="0"/>
              <a:t> files, which further reduces the page loading time.</a:t>
            </a:r>
          </a:p>
          <a:p>
            <a:r>
              <a:rPr lang="en-US" dirty="0"/>
              <a:t>It enables both web designers and coders to work with html and </a:t>
            </a:r>
            <a:r>
              <a:rPr lang="en-US" dirty="0" err="1"/>
              <a:t>js</a:t>
            </a:r>
            <a:r>
              <a:rPr lang="en-US" dirty="0"/>
              <a:t> files </a:t>
            </a:r>
            <a:r>
              <a:rPr lang="en-US" dirty="0" err="1"/>
              <a:t>parallelly</a:t>
            </a:r>
            <a:r>
              <a:rPr lang="en-US" dirty="0"/>
              <a:t> and separately, i.e., without facing any code conflictions.</a:t>
            </a:r>
          </a:p>
          <a:p>
            <a:r>
              <a:rPr lang="en-US" dirty="0"/>
              <a:t>The length of the code reduces as only we need to specify the location of the </a:t>
            </a:r>
            <a:r>
              <a:rPr lang="en-US" dirty="0" err="1"/>
              <a:t>js</a:t>
            </a:r>
            <a:r>
              <a:rPr lang="en-US" dirty="0"/>
              <a:t> file.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JavaScript Comment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r>
              <a:rPr lang="en-US" dirty="0"/>
              <a:t>Types of JavaScript Comments</a:t>
            </a:r>
          </a:p>
          <a:p>
            <a:r>
              <a:rPr lang="en-US" dirty="0"/>
              <a:t>There are two types of comments in JavaScript.</a:t>
            </a:r>
          </a:p>
          <a:p>
            <a:r>
              <a:rPr lang="en-US" dirty="0"/>
              <a:t>Single-line Comment</a:t>
            </a:r>
          </a:p>
          <a:p>
            <a:r>
              <a:rPr lang="en-US" dirty="0"/>
              <a:t>Multi-line Comment</a:t>
            </a:r>
          </a:p>
          <a:p>
            <a:r>
              <a:rPr lang="en-US" dirty="0"/>
              <a:t>&lt;script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b="1" dirty="0"/>
              <a:t>// It is single line comment</a:t>
            </a:r>
            <a:r>
              <a:rPr lang="en-US" dirty="0"/>
              <a:t>  </a:t>
            </a:r>
          </a:p>
          <a:p>
            <a:r>
              <a:rPr lang="en-US" dirty="0" err="1"/>
              <a:t>document.write</a:t>
            </a:r>
            <a:r>
              <a:rPr lang="en-US" dirty="0"/>
              <a:t>("hello </a:t>
            </a:r>
            <a:r>
              <a:rPr lang="en-US" dirty="0" err="1"/>
              <a:t>javascript</a:t>
            </a:r>
            <a:r>
              <a:rPr lang="en-US" dirty="0"/>
              <a:t>");  </a:t>
            </a:r>
          </a:p>
          <a:p>
            <a:r>
              <a:rPr lang="en-US" b="1" dirty="0"/>
              <a:t>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/>
          <a:lstStyle/>
          <a:p>
            <a:r>
              <a:rPr lang="en-US" dirty="0"/>
              <a:t>&lt;script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dirty="0"/>
              <a:t>/* </a:t>
            </a:r>
            <a:r>
              <a:rPr lang="en-US" b="1" dirty="0"/>
              <a:t>It is multi line comment.  </a:t>
            </a:r>
          </a:p>
          <a:p>
            <a:r>
              <a:rPr lang="en-US" dirty="0"/>
              <a:t>It will not be displayed */  </a:t>
            </a:r>
          </a:p>
          <a:p>
            <a:r>
              <a:rPr lang="en-US" dirty="0" err="1"/>
              <a:t>document.write</a:t>
            </a:r>
            <a:r>
              <a:rPr lang="en-US" dirty="0"/>
              <a:t>("example of </a:t>
            </a:r>
            <a:r>
              <a:rPr lang="en-US" dirty="0" err="1"/>
              <a:t>javascript</a:t>
            </a:r>
            <a:r>
              <a:rPr lang="en-US" dirty="0"/>
              <a:t> multiline comment");  </a:t>
            </a:r>
          </a:p>
          <a:p>
            <a:r>
              <a:rPr lang="en-US" b="1" dirty="0"/>
              <a:t>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JavaScript Variable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943600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JavaScript variable</a:t>
            </a:r>
            <a:r>
              <a:rPr lang="en-US" dirty="0"/>
              <a:t> is simply a name of storage location. There are two types of variables in JavaScript : local variable and global variable.</a:t>
            </a:r>
          </a:p>
          <a:p>
            <a:r>
              <a:rPr lang="en-US" sz="2800" dirty="0"/>
              <a:t>There are some rules while declaring a JavaScript variable (also known as identifiers).</a:t>
            </a:r>
          </a:p>
          <a:p>
            <a:r>
              <a:rPr lang="en-US" sz="2800" dirty="0"/>
              <a:t>Name must start with a letter (a to z or A to Z), underscore( _ ), or dollar( $ ) sign.</a:t>
            </a:r>
          </a:p>
          <a:p>
            <a:r>
              <a:rPr lang="en-US" sz="2800" dirty="0"/>
              <a:t>After first letter we can use digits (0 to 9), for example value1.</a:t>
            </a:r>
          </a:p>
          <a:p>
            <a:r>
              <a:rPr lang="en-US" sz="2800" dirty="0"/>
              <a:t>JavaScript variables are case sensitive, for example x and X are different variables.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r>
              <a:rPr lang="en-US" sz="2800" b="1" dirty="0"/>
              <a:t>Correct JavaScript variables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x = 10;  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_value="</a:t>
            </a:r>
            <a:r>
              <a:rPr lang="en-US" sz="2800" dirty="0" err="1"/>
              <a:t>sonoo</a:t>
            </a:r>
            <a:r>
              <a:rPr lang="en-US" sz="2800" dirty="0"/>
              <a:t>";  </a:t>
            </a:r>
          </a:p>
          <a:p>
            <a:r>
              <a:rPr lang="en-US" sz="2800" b="1" dirty="0"/>
              <a:t>Incorrect JavaScript variables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 123=30;  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*</a:t>
            </a:r>
            <a:r>
              <a:rPr lang="en-US" sz="2800" dirty="0" err="1"/>
              <a:t>aa</a:t>
            </a:r>
            <a:r>
              <a:rPr lang="en-US" sz="2800" dirty="0"/>
              <a:t>=320; </a:t>
            </a:r>
          </a:p>
          <a:p>
            <a:r>
              <a:rPr lang="en-US" sz="2800" b="1" dirty="0"/>
              <a:t>JavaScript local variable: </a:t>
            </a:r>
            <a:r>
              <a:rPr lang="en-US" sz="2800" dirty="0"/>
              <a:t>A JavaScript local variable is declared inside block or function. It is accessible within the function or block only. For example:</a:t>
            </a:r>
            <a:endParaRPr lang="en-US" sz="2800" b="1" dirty="0"/>
          </a:p>
          <a:p>
            <a:endParaRPr lang="en-US" sz="2800" dirty="0"/>
          </a:p>
          <a:p>
            <a:pPr>
              <a:buNone/>
            </a:pPr>
            <a:endParaRPr lang="en-US" sz="2800" b="1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/>
          <a:lstStyle/>
          <a:p>
            <a:r>
              <a:rPr lang="en-US" dirty="0"/>
              <a:t>&lt;script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r>
              <a:rPr lang="en-US" dirty="0"/>
              <a:t>function </a:t>
            </a:r>
            <a:r>
              <a:rPr lang="en-US" dirty="0" err="1"/>
              <a:t>abc</a:t>
            </a:r>
            <a:r>
              <a:rPr lang="en-US" dirty="0"/>
              <a:t>(){  </a:t>
            </a:r>
          </a:p>
          <a:p>
            <a:r>
              <a:rPr lang="en-US" dirty="0" err="1"/>
              <a:t>var</a:t>
            </a:r>
            <a:r>
              <a:rPr lang="en-US" dirty="0"/>
              <a:t> x=10;//local variable  </a:t>
            </a:r>
          </a:p>
          <a:p>
            <a:r>
              <a:rPr lang="en-US" dirty="0"/>
              <a:t>}  </a:t>
            </a:r>
          </a:p>
          <a:p>
            <a:r>
              <a:rPr lang="en-US" b="1" dirty="0"/>
              <a:t>&lt;/</a:t>
            </a:r>
            <a:r>
              <a:rPr lang="en-US" dirty="0"/>
              <a:t>script</a:t>
            </a:r>
            <a:r>
              <a:rPr lang="en-US" b="1" dirty="0"/>
              <a:t>&gt;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JavaScript global variable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5344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A </a:t>
            </a:r>
            <a:r>
              <a:rPr lang="en-US" sz="2800" b="1" dirty="0"/>
              <a:t>JavaScript global variable</a:t>
            </a:r>
            <a:r>
              <a:rPr lang="en-US" sz="2800" dirty="0"/>
              <a:t> is accessible from any function. A variable i.e. declared outside the function or declared with window object is known as global variable. For example:</a:t>
            </a:r>
          </a:p>
          <a:p>
            <a:r>
              <a:rPr lang="en-US" sz="2800" dirty="0"/>
              <a:t>&lt;script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data=200</a:t>
            </a:r>
            <a:r>
              <a:rPr lang="en-US" sz="2800" b="1" dirty="0"/>
              <a:t>;//</a:t>
            </a:r>
            <a:r>
              <a:rPr lang="en-US" sz="2800" b="1" dirty="0" err="1"/>
              <a:t>gloabal</a:t>
            </a:r>
            <a:r>
              <a:rPr lang="en-US" sz="2800" b="1" dirty="0"/>
              <a:t> variable</a:t>
            </a:r>
            <a:r>
              <a:rPr lang="en-US" sz="2800" dirty="0"/>
              <a:t>  </a:t>
            </a:r>
          </a:p>
          <a:p>
            <a:r>
              <a:rPr lang="en-US" sz="2800" dirty="0"/>
              <a:t>function a(){  </a:t>
            </a:r>
          </a:p>
          <a:p>
            <a:r>
              <a:rPr lang="en-US" sz="2800" dirty="0" err="1"/>
              <a:t>document.writeln</a:t>
            </a:r>
            <a:r>
              <a:rPr lang="en-US" sz="2800" dirty="0"/>
              <a:t>(data);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dirty="0"/>
              <a:t>function b(){  </a:t>
            </a:r>
          </a:p>
          <a:p>
            <a:r>
              <a:rPr lang="en-US" sz="2800" dirty="0" err="1"/>
              <a:t>document.writeln</a:t>
            </a:r>
            <a:r>
              <a:rPr lang="en-US" sz="2800" dirty="0"/>
              <a:t>(data);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dirty="0"/>
              <a:t>a();//calling JavaScript function  </a:t>
            </a:r>
          </a:p>
          <a:p>
            <a:r>
              <a:rPr lang="en-US" sz="2800" dirty="0"/>
              <a:t>b();  </a:t>
            </a:r>
          </a:p>
          <a:p>
            <a:r>
              <a:rPr lang="en-US" sz="2800" b="1" dirty="0"/>
              <a:t>&lt;/</a:t>
            </a:r>
            <a:r>
              <a:rPr lang="en-US" sz="2800" dirty="0"/>
              <a:t>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96000"/>
          </a:xfrm>
        </p:spPr>
        <p:txBody>
          <a:bodyPr>
            <a:normAutofit/>
          </a:bodyPr>
          <a:lstStyle/>
          <a:p>
            <a:r>
              <a:rPr lang="en-US" sz="2800" dirty="0"/>
              <a:t>A </a:t>
            </a:r>
            <a:r>
              <a:rPr lang="en-US" sz="2800" b="1" dirty="0"/>
              <a:t>JavaScript global variable</a:t>
            </a:r>
            <a:r>
              <a:rPr lang="en-US" sz="2800" dirty="0"/>
              <a:t> is declared outside the function or declared with window object. It can be accessed from any function.</a:t>
            </a:r>
          </a:p>
          <a:p>
            <a:r>
              <a:rPr lang="en-US" sz="2800" dirty="0"/>
              <a:t>&lt;script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value=50;//</a:t>
            </a:r>
            <a:r>
              <a:rPr lang="en-US" sz="2800" b="1" dirty="0"/>
              <a:t>global variable</a:t>
            </a:r>
            <a:r>
              <a:rPr lang="en-US" sz="2800" dirty="0"/>
              <a:t>  </a:t>
            </a:r>
          </a:p>
          <a:p>
            <a:r>
              <a:rPr lang="en-US" sz="2800" dirty="0"/>
              <a:t>function a(){  </a:t>
            </a:r>
          </a:p>
          <a:p>
            <a:r>
              <a:rPr lang="en-US" sz="2800" dirty="0"/>
              <a:t>alert(value);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dirty="0"/>
              <a:t>function b(){  </a:t>
            </a:r>
          </a:p>
          <a:p>
            <a:r>
              <a:rPr lang="en-US" sz="2800" dirty="0"/>
              <a:t>alert(value);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b="1" dirty="0"/>
              <a:t>&lt;/</a:t>
            </a:r>
            <a:r>
              <a:rPr lang="en-US" sz="2800" dirty="0"/>
              <a:t>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Declaring JavaScript global variable within function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declare JavaScript global variables inside function, you need to use </a:t>
            </a:r>
            <a:r>
              <a:rPr lang="en-US" b="1" dirty="0"/>
              <a:t>window object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r>
              <a:rPr lang="en-US" dirty="0"/>
              <a:t>function m(){  </a:t>
            </a:r>
          </a:p>
          <a:p>
            <a:r>
              <a:rPr lang="en-US" dirty="0" err="1"/>
              <a:t>window.value</a:t>
            </a:r>
            <a:r>
              <a:rPr lang="en-US" dirty="0"/>
              <a:t>=100;//declaring global variable by window object  </a:t>
            </a:r>
          </a:p>
          <a:p>
            <a:r>
              <a:rPr lang="en-US" dirty="0"/>
              <a:t>}  </a:t>
            </a:r>
          </a:p>
          <a:p>
            <a:r>
              <a:rPr lang="en-US" dirty="0"/>
              <a:t>function n(){  </a:t>
            </a:r>
          </a:p>
          <a:p>
            <a:r>
              <a:rPr lang="en-US" dirty="0"/>
              <a:t>alert(</a:t>
            </a:r>
            <a:r>
              <a:rPr lang="en-US" dirty="0" err="1"/>
              <a:t>window.value</a:t>
            </a:r>
            <a:r>
              <a:rPr lang="en-US" dirty="0"/>
              <a:t>);//accessing global variable from other function  </a:t>
            </a:r>
          </a:p>
          <a:p>
            <a:r>
              <a:rPr lang="en-US" dirty="0"/>
              <a:t>}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r>
              <a:rPr lang="en-US" sz="3200" b="1" dirty="0"/>
              <a:t>Internals of global variable in JavaScript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943600"/>
          </a:xfrm>
        </p:spPr>
        <p:txBody>
          <a:bodyPr/>
          <a:lstStyle/>
          <a:p>
            <a:r>
              <a:rPr lang="en-US" dirty="0"/>
              <a:t>When you declare a variable outside the function, it is added in the window object internally. You can access it through window object also. For example:</a:t>
            </a:r>
          </a:p>
          <a:p>
            <a:r>
              <a:rPr lang="en-US" dirty="0" err="1"/>
              <a:t>var</a:t>
            </a:r>
            <a:r>
              <a:rPr lang="en-US" dirty="0"/>
              <a:t> value=50;  </a:t>
            </a:r>
          </a:p>
          <a:p>
            <a:r>
              <a:rPr lang="en-US" dirty="0"/>
              <a:t>function a(){  </a:t>
            </a:r>
          </a:p>
          <a:p>
            <a:r>
              <a:rPr lang="en-US" dirty="0"/>
              <a:t>alert(</a:t>
            </a:r>
            <a:r>
              <a:rPr lang="en-US" dirty="0" err="1"/>
              <a:t>window.value</a:t>
            </a:r>
            <a:r>
              <a:rPr lang="en-US" dirty="0"/>
              <a:t>);//accessing global variable   </a:t>
            </a:r>
          </a:p>
          <a:p>
            <a:r>
              <a:rPr lang="en-US" dirty="0"/>
              <a:t>}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 err="1"/>
              <a:t>Javascript</a:t>
            </a:r>
            <a:r>
              <a:rPr lang="en-US" b="1" dirty="0"/>
              <a:t> Data Types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JavaScript provides different </a:t>
            </a:r>
            <a:r>
              <a:rPr lang="en-US" sz="2800" b="1" dirty="0"/>
              <a:t>data types</a:t>
            </a:r>
            <a:r>
              <a:rPr lang="en-US" sz="2800" dirty="0"/>
              <a:t> to hold different types of values. There are two types of data types in JavaScript.</a:t>
            </a:r>
          </a:p>
          <a:p>
            <a:r>
              <a:rPr lang="en-US" sz="2800" b="1" dirty="0"/>
              <a:t>Primitive data type</a:t>
            </a:r>
          </a:p>
          <a:p>
            <a:r>
              <a:rPr lang="en-US" sz="2800" b="1" dirty="0"/>
              <a:t>Non-primitive (reference) data type</a:t>
            </a:r>
          </a:p>
          <a:p>
            <a:r>
              <a:rPr lang="en-US" sz="2800" dirty="0"/>
              <a:t>JavaScript is a </a:t>
            </a:r>
            <a:r>
              <a:rPr lang="en-US" sz="2800" b="1" dirty="0"/>
              <a:t>dynamic type language</a:t>
            </a:r>
            <a:r>
              <a:rPr lang="en-US" sz="2800" dirty="0"/>
              <a:t>, means you don't need to specify type of the variable because it is dynamically used by JavaScript engine. You need to use </a:t>
            </a:r>
            <a:r>
              <a:rPr lang="en-US" sz="2800" b="1" dirty="0" err="1"/>
              <a:t>var</a:t>
            </a:r>
            <a:r>
              <a:rPr lang="en-US" sz="2800" dirty="0"/>
              <a:t> here to specify the data type. It can hold any type of values such as numbers, strings etc. For example:</a:t>
            </a:r>
          </a:p>
          <a:p>
            <a:r>
              <a:rPr lang="en-US" sz="2800" b="1" dirty="0" err="1"/>
              <a:t>var</a:t>
            </a:r>
            <a:r>
              <a:rPr lang="en-US" sz="2800" b="1" dirty="0"/>
              <a:t> a=40;//holding number  </a:t>
            </a:r>
          </a:p>
          <a:p>
            <a:r>
              <a:rPr lang="en-US" sz="2800" b="1" dirty="0" err="1"/>
              <a:t>var</a:t>
            </a:r>
            <a:r>
              <a:rPr lang="en-US" sz="2800" b="1" dirty="0"/>
              <a:t> b="</a:t>
            </a:r>
            <a:r>
              <a:rPr lang="en-US" sz="2800" b="1" dirty="0" err="1"/>
              <a:t>Rahul</a:t>
            </a:r>
            <a:r>
              <a:rPr lang="en-US" sz="2800" b="1" dirty="0"/>
              <a:t>";//holding string</a:t>
            </a:r>
            <a:r>
              <a:rPr lang="en-US" sz="2800" dirty="0"/>
              <a:t>  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/>
          <a:lstStyle/>
          <a:p>
            <a:r>
              <a:rPr lang="en-US" dirty="0"/>
              <a:t>There are five types of primitive data types in JavaScript. </a:t>
            </a:r>
          </a:p>
          <a:p>
            <a:r>
              <a:rPr lang="en-US" dirty="0"/>
              <a:t>String</a:t>
            </a:r>
          </a:p>
          <a:p>
            <a:r>
              <a:rPr lang="en-US" dirty="0"/>
              <a:t>Number</a:t>
            </a:r>
          </a:p>
          <a:p>
            <a:r>
              <a:rPr lang="en-US" dirty="0"/>
              <a:t>Boolean</a:t>
            </a:r>
          </a:p>
          <a:p>
            <a:r>
              <a:rPr lang="en-US" dirty="0"/>
              <a:t>Undefined</a:t>
            </a:r>
          </a:p>
          <a:p>
            <a:r>
              <a:rPr lang="en-US" dirty="0"/>
              <a:t>Null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JavaScript non-primitive data types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C:\Users\LENOVO\Desktop\dt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027" y="1676400"/>
            <a:ext cx="6705945" cy="33814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JavaScript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r>
              <a:rPr lang="en-US" dirty="0"/>
              <a:t>There are following types of operators in JavaScript.</a:t>
            </a:r>
          </a:p>
          <a:p>
            <a:r>
              <a:rPr lang="en-US" dirty="0"/>
              <a:t>Arithmetic Operators</a:t>
            </a:r>
          </a:p>
          <a:p>
            <a:r>
              <a:rPr lang="en-US" dirty="0"/>
              <a:t>Comparison (Relational) Operators</a:t>
            </a:r>
          </a:p>
          <a:p>
            <a:r>
              <a:rPr lang="en-US" dirty="0"/>
              <a:t>Bitwise Operators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Assignment Operators</a:t>
            </a:r>
          </a:p>
          <a:p>
            <a:r>
              <a:rPr lang="en-US" dirty="0"/>
              <a:t>Special Operators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6" name="Picture 2" descr="C:\Users\LENOVO\Desktop\operator_1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1" y="1219200"/>
            <a:ext cx="7315372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/>
          <a:lstStyle/>
          <a:p>
            <a:r>
              <a:rPr lang="en-US" dirty="0"/>
              <a:t>In JavaScript we have the following conditional statements:</a:t>
            </a:r>
          </a:p>
          <a:p>
            <a:r>
              <a:rPr lang="en-US" dirty="0"/>
              <a:t>Use</a:t>
            </a:r>
            <a:r>
              <a:rPr lang="en-US" b="1" dirty="0"/>
              <a:t> if</a:t>
            </a:r>
            <a:r>
              <a:rPr lang="en-US" dirty="0"/>
              <a:t> to specify a block of code to be executed, if a specified condition is true</a:t>
            </a:r>
          </a:p>
          <a:p>
            <a:r>
              <a:rPr lang="en-US" dirty="0"/>
              <a:t>Use </a:t>
            </a:r>
            <a:r>
              <a:rPr lang="en-US" b="1" dirty="0"/>
              <a:t>else</a:t>
            </a:r>
            <a:r>
              <a:rPr lang="en-US" dirty="0"/>
              <a:t> to specify a block of code to be executed, if the same condition is false</a:t>
            </a:r>
          </a:p>
          <a:p>
            <a:r>
              <a:rPr lang="en-US" dirty="0"/>
              <a:t>Use </a:t>
            </a:r>
            <a:r>
              <a:rPr lang="en-US" b="1" dirty="0"/>
              <a:t>else if</a:t>
            </a:r>
            <a:r>
              <a:rPr lang="en-US" dirty="0"/>
              <a:t> to specify a new condition to test, if the first condition is false</a:t>
            </a:r>
          </a:p>
          <a:p>
            <a:r>
              <a:rPr lang="en-US" dirty="0"/>
              <a:t>Use </a:t>
            </a:r>
            <a:r>
              <a:rPr lang="en-US" b="1" dirty="0"/>
              <a:t>switch</a:t>
            </a:r>
            <a:r>
              <a:rPr lang="en-US" dirty="0"/>
              <a:t> to specify many alternative blocks of code to be executed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The if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943600"/>
          </a:xfrm>
        </p:spPr>
        <p:txBody>
          <a:bodyPr>
            <a:normAutofit/>
          </a:bodyPr>
          <a:lstStyle/>
          <a:p>
            <a:r>
              <a:rPr lang="en-US" sz="2800" dirty="0"/>
              <a:t>Use the if statement to specify a block of JavaScript code to be executed if a condition is true.</a:t>
            </a:r>
          </a:p>
          <a:p>
            <a:endParaRPr lang="en-US" sz="2800" dirty="0"/>
          </a:p>
          <a:p>
            <a:r>
              <a:rPr lang="en-US" sz="2800" b="1" dirty="0"/>
              <a:t>if (</a:t>
            </a:r>
            <a:r>
              <a:rPr lang="en-US" sz="2800" b="1" i="1" dirty="0"/>
              <a:t>condition</a:t>
            </a:r>
            <a:r>
              <a:rPr lang="en-US" sz="2800" b="1" dirty="0"/>
              <a:t>) {</a:t>
            </a:r>
            <a:br>
              <a:rPr lang="en-US" sz="2800" b="1" dirty="0"/>
            </a:br>
            <a:r>
              <a:rPr lang="en-US" sz="2800" b="1" dirty="0"/>
              <a:t>  //</a:t>
            </a:r>
            <a:r>
              <a:rPr lang="en-US" sz="2800" b="1" i="1" dirty="0"/>
              <a:t>  block of code to be executed if the condition is true</a:t>
            </a:r>
            <a:br>
              <a:rPr lang="en-US" sz="2800" b="1" i="1" dirty="0"/>
            </a:br>
            <a:r>
              <a:rPr lang="en-US" sz="2800" b="1" dirty="0"/>
              <a:t>}</a:t>
            </a:r>
          </a:p>
          <a:p>
            <a:r>
              <a:rPr lang="en-US" sz="2800" b="1" dirty="0"/>
              <a:t>The else Statement</a:t>
            </a:r>
          </a:p>
          <a:p>
            <a:r>
              <a:rPr lang="en-US" sz="2800" dirty="0"/>
              <a:t>Use the else statement to specify a block of code to be executed if the condition is false.</a:t>
            </a:r>
            <a:endParaRPr lang="en-US" sz="2800" b="1" dirty="0"/>
          </a:p>
          <a:p>
            <a:endParaRPr lang="en-US" sz="28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/>
          <a:lstStyle/>
          <a:p>
            <a:r>
              <a:rPr lang="en-US" dirty="0"/>
              <a:t>Use the else statement to specify a block of code to be executed if the condition is false.</a:t>
            </a:r>
          </a:p>
          <a:p>
            <a:r>
              <a:rPr lang="en-US" dirty="0"/>
              <a:t>if (</a:t>
            </a:r>
            <a:r>
              <a:rPr lang="en-US" i="1" dirty="0"/>
              <a:t>condition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//</a:t>
            </a:r>
            <a:r>
              <a:rPr lang="en-US" i="1" dirty="0"/>
              <a:t>  block of code to be executed if the condition is true</a:t>
            </a:r>
            <a:br>
              <a:rPr lang="en-US" i="1" dirty="0"/>
            </a:br>
            <a:r>
              <a:rPr lang="en-US" dirty="0"/>
              <a:t>} else {</a:t>
            </a:r>
            <a:br>
              <a:rPr lang="en-US" dirty="0"/>
            </a:br>
            <a:r>
              <a:rPr lang="en-US" dirty="0"/>
              <a:t>  //</a:t>
            </a:r>
            <a:r>
              <a:rPr lang="en-US" i="1" dirty="0"/>
              <a:t>  block of code to be executed if the condition is false</a:t>
            </a:r>
            <a:br>
              <a:rPr lang="en-US" i="1" dirty="0"/>
            </a:br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The else if 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the else if statement to specify a new condition if the first condition is false.</a:t>
            </a:r>
          </a:p>
          <a:p>
            <a:r>
              <a:rPr lang="en-US" dirty="0"/>
              <a:t>if (</a:t>
            </a:r>
            <a:r>
              <a:rPr lang="en-US" i="1" dirty="0"/>
              <a:t>condition1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</a:t>
            </a:r>
            <a:r>
              <a:rPr lang="en-US" b="1" dirty="0"/>
              <a:t>//</a:t>
            </a:r>
            <a:r>
              <a:rPr lang="en-US" b="1" i="1" dirty="0"/>
              <a:t>  block of code to be executed if condition1 </a:t>
            </a:r>
            <a:r>
              <a:rPr lang="en-US" i="1" dirty="0"/>
              <a:t>is true</a:t>
            </a:r>
            <a:br>
              <a:rPr lang="en-US" i="1" dirty="0"/>
            </a:br>
            <a:r>
              <a:rPr lang="en-US" dirty="0"/>
              <a:t>} else if (</a:t>
            </a:r>
            <a:r>
              <a:rPr lang="en-US" i="1" dirty="0"/>
              <a:t>condition2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</a:t>
            </a:r>
            <a:r>
              <a:rPr lang="en-US" b="1" dirty="0"/>
              <a:t> //</a:t>
            </a:r>
            <a:r>
              <a:rPr lang="en-US" b="1" i="1" dirty="0"/>
              <a:t>  block of code to be executed if the condition1 is false and condition2 is true</a:t>
            </a:r>
            <a:br>
              <a:rPr lang="en-US" dirty="0"/>
            </a:br>
            <a:r>
              <a:rPr lang="en-US" dirty="0"/>
              <a:t>} else {</a:t>
            </a:r>
            <a:br>
              <a:rPr lang="en-US" dirty="0"/>
            </a:br>
            <a:r>
              <a:rPr lang="en-US" dirty="0"/>
              <a:t>  </a:t>
            </a:r>
            <a:r>
              <a:rPr lang="en-US" b="1" dirty="0"/>
              <a:t>//</a:t>
            </a:r>
            <a:r>
              <a:rPr lang="en-US" b="1" i="1" dirty="0"/>
              <a:t>  block of code to be executed if the condition1 is false and condition2 is false</a:t>
            </a:r>
            <a:br>
              <a:rPr lang="en-US" i="1" dirty="0"/>
            </a:b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198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&lt;h2&gt;JavaScript if .. else&lt;/h2&gt;</a:t>
            </a:r>
          </a:p>
          <a:p>
            <a:endParaRPr lang="en-US" dirty="0"/>
          </a:p>
          <a:p>
            <a:r>
              <a:rPr lang="en-US" dirty="0"/>
              <a:t>&lt;p&gt;A time-based greeting:&lt;/p&gt;</a:t>
            </a:r>
          </a:p>
          <a:p>
            <a:endParaRPr lang="en-US" dirty="0"/>
          </a:p>
          <a:p>
            <a:r>
              <a:rPr lang="en-US" dirty="0"/>
              <a:t>&lt;p id="demo"&gt;&lt;/p&gt;</a:t>
            </a:r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const time = new Date().</a:t>
            </a:r>
            <a:r>
              <a:rPr lang="en-US" dirty="0" err="1"/>
              <a:t>getHours</a:t>
            </a:r>
            <a:r>
              <a:rPr lang="en-US" dirty="0"/>
              <a:t>();</a:t>
            </a:r>
          </a:p>
          <a:p>
            <a:r>
              <a:rPr lang="en-US" dirty="0"/>
              <a:t>let greeting;</a:t>
            </a:r>
          </a:p>
          <a:p>
            <a:r>
              <a:rPr lang="en-US" dirty="0"/>
              <a:t>if (time &lt; 10) {</a:t>
            </a:r>
          </a:p>
          <a:p>
            <a:r>
              <a:rPr lang="en-US" dirty="0"/>
              <a:t>  greeting = "Good morning";</a:t>
            </a:r>
          </a:p>
          <a:p>
            <a:r>
              <a:rPr lang="en-US" dirty="0"/>
              <a:t>} else if (time &lt; 20) {</a:t>
            </a:r>
          </a:p>
          <a:p>
            <a:r>
              <a:rPr lang="en-US" dirty="0"/>
              <a:t>  greeting = "Good day";</a:t>
            </a:r>
          </a:p>
          <a:p>
            <a:r>
              <a:rPr lang="en-US" dirty="0"/>
              <a:t>} else {</a:t>
            </a:r>
          </a:p>
          <a:p>
            <a:r>
              <a:rPr lang="en-US" dirty="0"/>
              <a:t>  greeting = "Good evening";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greeting;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JavaScript Switch 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The switch statement is used to perform different actions based on different conditions.</a:t>
            </a:r>
          </a:p>
          <a:p>
            <a:endParaRPr lang="en-US" sz="2800" dirty="0"/>
          </a:p>
          <a:p>
            <a:r>
              <a:rPr lang="en-US" sz="2800" dirty="0"/>
              <a:t>switch(</a:t>
            </a:r>
            <a:r>
              <a:rPr lang="en-US" sz="2800" i="1" dirty="0"/>
              <a:t>expression</a:t>
            </a:r>
            <a:r>
              <a:rPr lang="en-US" sz="2800" dirty="0"/>
              <a:t>) {</a:t>
            </a:r>
            <a:br>
              <a:rPr lang="en-US" sz="2800" dirty="0"/>
            </a:br>
            <a:r>
              <a:rPr lang="en-US" sz="2800" dirty="0"/>
              <a:t>  case </a:t>
            </a:r>
            <a:r>
              <a:rPr lang="en-US" sz="2800" i="1" dirty="0"/>
              <a:t>x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i="1" dirty="0"/>
              <a:t>    // code block</a:t>
            </a:r>
            <a:br>
              <a:rPr lang="en-US" sz="2800" i="1" dirty="0"/>
            </a:br>
            <a:r>
              <a:rPr lang="en-US" sz="2800" dirty="0"/>
              <a:t>    break;</a:t>
            </a:r>
            <a:br>
              <a:rPr lang="en-US" sz="2800" dirty="0"/>
            </a:br>
            <a:r>
              <a:rPr lang="en-US" sz="2800" dirty="0"/>
              <a:t>  case </a:t>
            </a:r>
            <a:r>
              <a:rPr lang="en-US" sz="2800" i="1" dirty="0"/>
              <a:t>y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i="1" dirty="0"/>
              <a:t>    // code block</a:t>
            </a:r>
            <a:br>
              <a:rPr lang="en-US" sz="2800" i="1" dirty="0"/>
            </a:br>
            <a:r>
              <a:rPr lang="en-US" sz="2800" dirty="0"/>
              <a:t>    break;</a:t>
            </a:r>
            <a:br>
              <a:rPr lang="en-US" sz="2800" dirty="0"/>
            </a:br>
            <a:r>
              <a:rPr lang="en-US" sz="2800" dirty="0"/>
              <a:t>  default:</a:t>
            </a:r>
            <a:br>
              <a:rPr lang="en-US" sz="2800" dirty="0"/>
            </a:br>
            <a:r>
              <a:rPr lang="en-US" sz="2800" dirty="0"/>
              <a:t>    // </a:t>
            </a:r>
            <a:r>
              <a:rPr lang="en-US" sz="2800" i="1" dirty="0"/>
              <a:t>code block</a:t>
            </a:r>
            <a:br>
              <a:rPr lang="en-US" sz="2800" dirty="0"/>
            </a:br>
            <a:r>
              <a:rPr lang="en-US" sz="2800" dirty="0"/>
              <a:t>}</a:t>
            </a:r>
          </a:p>
          <a:p>
            <a:r>
              <a:rPr lang="en-US" sz="2800" b="1" dirty="0"/>
              <a:t>The switch statement is fall-through i.e. all the cases will be evaluated if you don't use break statement.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JavaScript Loops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458200" cy="58674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JavaScript loops</a:t>
            </a:r>
            <a:r>
              <a:rPr lang="en-US" dirty="0"/>
              <a:t> are used </a:t>
            </a:r>
            <a:r>
              <a:rPr lang="en-US" i="1" dirty="0"/>
              <a:t>to iterate the piece of code</a:t>
            </a:r>
            <a:r>
              <a:rPr lang="en-US" dirty="0"/>
              <a:t> using for, while, do while or for-in loops. It makes the code compact. It is mostly used in array.</a:t>
            </a:r>
          </a:p>
          <a:p>
            <a:r>
              <a:rPr lang="en-US" dirty="0"/>
              <a:t>There are four types of loops in JavaScript.</a:t>
            </a:r>
          </a:p>
          <a:p>
            <a:r>
              <a:rPr lang="en-US" dirty="0"/>
              <a:t>for loop</a:t>
            </a:r>
          </a:p>
          <a:p>
            <a:r>
              <a:rPr lang="en-US" dirty="0"/>
              <a:t>while loop</a:t>
            </a:r>
          </a:p>
          <a:p>
            <a:r>
              <a:rPr lang="en-US" dirty="0"/>
              <a:t>do-while loop</a:t>
            </a:r>
          </a:p>
          <a:p>
            <a:r>
              <a:rPr lang="en-US" dirty="0"/>
              <a:t>for-in loop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381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1) JavaScript For loop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JavaScript for loop</a:t>
            </a:r>
            <a:r>
              <a:rPr lang="en-US" dirty="0"/>
              <a:t> </a:t>
            </a:r>
            <a:r>
              <a:rPr lang="en-US" i="1" dirty="0"/>
              <a:t>iterates the elements for the fixed number of times</a:t>
            </a:r>
            <a:r>
              <a:rPr lang="en-US" dirty="0"/>
              <a:t>. It should be used if number of iteration is known. The syntax of for loop is given below.</a:t>
            </a:r>
          </a:p>
          <a:p>
            <a:endParaRPr lang="en-US" dirty="0"/>
          </a:p>
          <a:p>
            <a:r>
              <a:rPr lang="en-US" dirty="0"/>
              <a:t>for (initialization; condition; increment)  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    code to be executed  </a:t>
            </a:r>
          </a:p>
          <a:p>
            <a:r>
              <a:rPr lang="en-US" dirty="0"/>
              <a:t>}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2) </a:t>
            </a:r>
            <a:r>
              <a:rPr lang="en-US" b="1" dirty="0"/>
              <a:t>JavaScript while loop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JavaScript while loop</a:t>
            </a:r>
            <a:r>
              <a:rPr lang="en-US" dirty="0"/>
              <a:t> </a:t>
            </a:r>
            <a:r>
              <a:rPr lang="en-US" i="1" dirty="0"/>
              <a:t>iterates the elements for the infinite number of times</a:t>
            </a:r>
            <a:r>
              <a:rPr lang="en-US" dirty="0"/>
              <a:t>. It should be used if number of iteration is not known. The syntax of while loop is given below.</a:t>
            </a:r>
          </a:p>
          <a:p>
            <a:r>
              <a:rPr lang="en-US" dirty="0"/>
              <a:t>while (condition)  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    code to be executed  </a:t>
            </a:r>
          </a:p>
          <a:p>
            <a:r>
              <a:rPr lang="en-US" dirty="0"/>
              <a:t>}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3) JavaScript do while loop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JavaScript do while loop</a:t>
            </a:r>
            <a:r>
              <a:rPr lang="en-US" dirty="0"/>
              <a:t> </a:t>
            </a:r>
            <a:r>
              <a:rPr lang="en-US" i="1" dirty="0"/>
              <a:t>iterates the elements for the infinite number of times</a:t>
            </a:r>
            <a:r>
              <a:rPr lang="en-US" dirty="0"/>
              <a:t> like while loop. But, code is </a:t>
            </a:r>
            <a:r>
              <a:rPr lang="en-US" i="1" dirty="0"/>
              <a:t>executed at least</a:t>
            </a:r>
            <a:r>
              <a:rPr lang="en-US" dirty="0"/>
              <a:t> once whether condition is true or false. The syntax of do while loop is given below.</a:t>
            </a:r>
          </a:p>
          <a:p>
            <a:r>
              <a:rPr lang="en-US" dirty="0"/>
              <a:t>do{  </a:t>
            </a:r>
          </a:p>
          <a:p>
            <a:r>
              <a:rPr lang="en-US" dirty="0"/>
              <a:t>    code to be executed  </a:t>
            </a:r>
          </a:p>
          <a:p>
            <a:r>
              <a:rPr lang="en-US" dirty="0"/>
              <a:t>}while (condition);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JavaScript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b="1" dirty="0"/>
              <a:t>JavaScript functions</a:t>
            </a:r>
            <a:r>
              <a:rPr lang="en-US" sz="2800" dirty="0"/>
              <a:t> are used to perform operations. We can call JavaScript function many times to reuse the code.</a:t>
            </a:r>
          </a:p>
          <a:p>
            <a:r>
              <a:rPr lang="en-US" sz="2800" dirty="0"/>
              <a:t>Advantage of JavaScript function</a:t>
            </a:r>
          </a:p>
          <a:p>
            <a:r>
              <a:rPr lang="en-US" sz="2800" dirty="0"/>
              <a:t>There are mainly two advantages of JavaScript functions.</a:t>
            </a:r>
          </a:p>
          <a:p>
            <a:r>
              <a:rPr lang="en-US" sz="2800" b="1" dirty="0"/>
              <a:t>Code reusability</a:t>
            </a:r>
            <a:r>
              <a:rPr lang="en-US" sz="2800" dirty="0"/>
              <a:t>: We can call a function several times so it save coding.</a:t>
            </a:r>
          </a:p>
          <a:p>
            <a:r>
              <a:rPr lang="en-US" sz="2800" b="1" dirty="0"/>
              <a:t>Less coding</a:t>
            </a:r>
            <a:r>
              <a:rPr lang="en-US" sz="2800" dirty="0"/>
              <a:t>: It makes our program compact. We don’t need to write many lines of code each time to perform a common task.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943600"/>
          </a:xfrm>
        </p:spPr>
        <p:txBody>
          <a:bodyPr/>
          <a:lstStyle/>
          <a:p>
            <a:r>
              <a:rPr lang="en-US" dirty="0"/>
              <a:t>JavaScript Function Syntax</a:t>
            </a:r>
          </a:p>
          <a:p>
            <a:r>
              <a:rPr lang="en-US" dirty="0"/>
              <a:t>The syntax of declaring function is given below.</a:t>
            </a:r>
          </a:p>
          <a:p>
            <a:r>
              <a:rPr lang="en-US" b="1" dirty="0"/>
              <a:t>function </a:t>
            </a:r>
            <a:r>
              <a:rPr lang="en-US" b="1" dirty="0" err="1"/>
              <a:t>functionName</a:t>
            </a:r>
            <a:r>
              <a:rPr lang="en-US" b="1" dirty="0"/>
              <a:t>([arg1, arg2, ...</a:t>
            </a:r>
            <a:r>
              <a:rPr lang="en-US" b="1" dirty="0" err="1"/>
              <a:t>argN</a:t>
            </a:r>
            <a:r>
              <a:rPr lang="en-US" b="1" dirty="0"/>
              <a:t>]){  </a:t>
            </a:r>
          </a:p>
          <a:p>
            <a:r>
              <a:rPr lang="en-US" b="1" dirty="0"/>
              <a:t> //code to be executed  </a:t>
            </a:r>
          </a:p>
          <a:p>
            <a:r>
              <a:rPr lang="en-US" b="1" dirty="0"/>
              <a:t>}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r>
              <a:rPr lang="en-US" dirty="0"/>
              <a:t>JavaScript Function Example</a:t>
            </a:r>
          </a:p>
          <a:p>
            <a:r>
              <a:rPr lang="en-US" dirty="0"/>
              <a:t>Let’s see the simple example of function in JavaScript that does not has arguments.</a:t>
            </a:r>
          </a:p>
          <a:p>
            <a:r>
              <a:rPr lang="en-US" b="1" dirty="0"/>
              <a:t>&lt;script&gt;  </a:t>
            </a:r>
          </a:p>
          <a:p>
            <a:r>
              <a:rPr lang="en-US" b="1" dirty="0"/>
              <a:t>function </a:t>
            </a:r>
            <a:r>
              <a:rPr lang="en-US" b="1" dirty="0" err="1"/>
              <a:t>msg</a:t>
            </a:r>
            <a:r>
              <a:rPr lang="en-US" b="1" dirty="0"/>
              <a:t>(){  </a:t>
            </a:r>
          </a:p>
          <a:p>
            <a:r>
              <a:rPr lang="en-US" b="1" dirty="0"/>
              <a:t>alert("hello! this is message");  </a:t>
            </a:r>
          </a:p>
          <a:p>
            <a:r>
              <a:rPr lang="en-US" b="1" dirty="0"/>
              <a:t>}  </a:t>
            </a:r>
          </a:p>
          <a:p>
            <a:r>
              <a:rPr lang="en-US" b="1" dirty="0"/>
              <a:t>&lt;/script&gt;  </a:t>
            </a:r>
          </a:p>
          <a:p>
            <a:r>
              <a:rPr lang="en-US" b="1" dirty="0"/>
              <a:t>&lt;input type="button" </a:t>
            </a:r>
            <a:r>
              <a:rPr lang="en-US" b="1" dirty="0" err="1"/>
              <a:t>onclick</a:t>
            </a:r>
            <a:r>
              <a:rPr lang="en-US" b="1" dirty="0"/>
              <a:t>="</a:t>
            </a:r>
            <a:r>
              <a:rPr lang="en-US" b="1" dirty="0" err="1"/>
              <a:t>msg</a:t>
            </a:r>
            <a:r>
              <a:rPr lang="en-US" b="1" dirty="0"/>
              <a:t>()" value="call function"/&gt;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Function Return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dirty="0"/>
              <a:t>When JavaScript reaches a return statement, the function will stop executing.</a:t>
            </a:r>
          </a:p>
          <a:p>
            <a:r>
              <a:rPr lang="en-US" sz="2800" dirty="0"/>
              <a:t>If the function was invoked from a statement, JavaScript will "return" to execute the code after the invoking statement.</a:t>
            </a:r>
          </a:p>
          <a:p>
            <a:r>
              <a:rPr lang="en-US" sz="2800" dirty="0"/>
              <a:t>Functions often compute a </a:t>
            </a:r>
            <a:r>
              <a:rPr lang="en-US" sz="2800" b="1" dirty="0"/>
              <a:t>return value</a:t>
            </a:r>
            <a:r>
              <a:rPr lang="en-US" sz="2800" dirty="0"/>
              <a:t>. The return value is "returned" back to the "caller":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943600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/>
              <a:t>&lt;!DOCTYPE html&gt;</a:t>
            </a:r>
          </a:p>
          <a:p>
            <a:r>
              <a:rPr lang="en-US" sz="2800" dirty="0"/>
              <a:t>&lt;html&gt;</a:t>
            </a:r>
          </a:p>
          <a:p>
            <a:r>
              <a:rPr lang="en-US" sz="2800" dirty="0"/>
              <a:t>&lt;body&gt;</a:t>
            </a:r>
          </a:p>
          <a:p>
            <a:endParaRPr lang="en-US" sz="2800" dirty="0"/>
          </a:p>
          <a:p>
            <a:r>
              <a:rPr lang="en-US" sz="2800" dirty="0"/>
              <a:t>&lt;h1&gt;JavaScript Functions&lt;/h1&gt;</a:t>
            </a:r>
          </a:p>
          <a:p>
            <a:endParaRPr lang="en-US" sz="2800" dirty="0"/>
          </a:p>
          <a:p>
            <a:r>
              <a:rPr lang="en-US" sz="2800" dirty="0"/>
              <a:t>&lt;p&gt;Call a function which performs a calculation and returns the result:&lt;/p&gt;</a:t>
            </a:r>
          </a:p>
          <a:p>
            <a:endParaRPr lang="en-US" sz="2800" dirty="0"/>
          </a:p>
          <a:p>
            <a:r>
              <a:rPr lang="en-US" sz="2800" dirty="0"/>
              <a:t>&lt;p id="demo"&gt;&lt;/p&gt;</a:t>
            </a:r>
          </a:p>
          <a:p>
            <a:endParaRPr lang="en-US" sz="2800" dirty="0"/>
          </a:p>
          <a:p>
            <a:r>
              <a:rPr lang="en-US" sz="2800" dirty="0"/>
              <a:t>&lt;script&gt;</a:t>
            </a:r>
          </a:p>
          <a:p>
            <a:r>
              <a:rPr lang="en-US" sz="2800" dirty="0"/>
              <a:t>let x = </a:t>
            </a:r>
            <a:r>
              <a:rPr lang="en-US" sz="2800" dirty="0" err="1"/>
              <a:t>myFunction</a:t>
            </a:r>
            <a:r>
              <a:rPr lang="en-US" sz="2800" dirty="0"/>
              <a:t>(4, 3);</a:t>
            </a:r>
          </a:p>
          <a:p>
            <a:r>
              <a:rPr lang="en-US" sz="2800" dirty="0" err="1"/>
              <a:t>document.getElementById</a:t>
            </a:r>
            <a:r>
              <a:rPr lang="en-US" sz="2800" dirty="0"/>
              <a:t>("demo").</a:t>
            </a:r>
            <a:r>
              <a:rPr lang="en-US" sz="2800" dirty="0" err="1"/>
              <a:t>innerHTML</a:t>
            </a:r>
            <a:r>
              <a:rPr lang="en-US" sz="2800" dirty="0"/>
              <a:t> = x;</a:t>
            </a:r>
          </a:p>
          <a:p>
            <a:endParaRPr lang="en-US" sz="2800" dirty="0"/>
          </a:p>
          <a:p>
            <a:r>
              <a:rPr lang="en-US" sz="2800" dirty="0"/>
              <a:t>function </a:t>
            </a:r>
            <a:r>
              <a:rPr lang="en-US" sz="2800" dirty="0" err="1"/>
              <a:t>myFunction</a:t>
            </a:r>
            <a:r>
              <a:rPr lang="en-US" sz="2800" dirty="0"/>
              <a:t>(a, b) {</a:t>
            </a:r>
          </a:p>
          <a:p>
            <a:r>
              <a:rPr lang="en-US" sz="2800" dirty="0"/>
              <a:t>  return a * b;</a:t>
            </a:r>
          </a:p>
          <a:p>
            <a:r>
              <a:rPr lang="en-US" sz="2800" dirty="0"/>
              <a:t>}</a:t>
            </a:r>
          </a:p>
          <a:p>
            <a:r>
              <a:rPr lang="en-US" sz="2800" dirty="0"/>
              <a:t>&lt;/script&gt;</a:t>
            </a:r>
          </a:p>
          <a:p>
            <a:endParaRPr lang="en-US" sz="2800" dirty="0"/>
          </a:p>
          <a:p>
            <a:r>
              <a:rPr lang="en-US" sz="2800" dirty="0"/>
              <a:t>&lt;/body&gt;</a:t>
            </a:r>
          </a:p>
          <a:p>
            <a:r>
              <a:rPr lang="en-US" sz="2800" dirty="0"/>
              <a:t>&lt;/html&gt;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The Function() Constructor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r>
              <a:rPr lang="en-US" sz="2800" dirty="0"/>
              <a:t>JavaScript functions are defined with the function keyword.</a:t>
            </a:r>
          </a:p>
          <a:p>
            <a:r>
              <a:rPr lang="en-US" sz="2800" dirty="0"/>
              <a:t>Functions can also be defined with a built-in JavaScript function constructor called Function().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&lt;h2&gt;JavaScript Functions&lt;/h2&gt;</a:t>
            </a:r>
          </a:p>
          <a:p>
            <a:r>
              <a:rPr lang="en-US" dirty="0"/>
              <a:t>&lt;p&gt;JavaScript has an built-in function constructor.&lt;/p&gt;</a:t>
            </a:r>
          </a:p>
          <a:p>
            <a:r>
              <a:rPr lang="en-US" dirty="0"/>
              <a:t>&lt;p id="demo"&gt;&lt;/p&gt;</a:t>
            </a:r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const </a:t>
            </a:r>
            <a:r>
              <a:rPr lang="en-US" dirty="0" err="1"/>
              <a:t>myFunction</a:t>
            </a:r>
            <a:r>
              <a:rPr lang="en-US" dirty="0"/>
              <a:t> = new Function("a", "b", "return a * b");</a:t>
            </a:r>
          </a:p>
          <a:p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</a:t>
            </a:r>
            <a:r>
              <a:rPr lang="en-US" dirty="0" err="1"/>
              <a:t>myFunction</a:t>
            </a:r>
            <a:r>
              <a:rPr lang="en-US" dirty="0"/>
              <a:t>(4, 3);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JavaScript Function Parameters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dirty="0"/>
              <a:t>A JavaScript function does not perform any checking on parameter values (arguments).</a:t>
            </a:r>
          </a:p>
          <a:p>
            <a:endParaRPr lang="en-US" sz="2800" dirty="0"/>
          </a:p>
          <a:p>
            <a:r>
              <a:rPr lang="en-US" sz="2800" dirty="0"/>
              <a:t>function </a:t>
            </a:r>
            <a:r>
              <a:rPr lang="en-US" sz="2800" i="1" dirty="0" err="1"/>
              <a:t>functionName</a:t>
            </a:r>
            <a:r>
              <a:rPr lang="en-US" sz="2800" dirty="0"/>
              <a:t>(</a:t>
            </a:r>
            <a:r>
              <a:rPr lang="en-US" sz="2800" i="1" dirty="0"/>
              <a:t>parameter1, parameter2, parameter3</a:t>
            </a:r>
            <a:r>
              <a:rPr lang="en-US" sz="2800" dirty="0"/>
              <a:t>) {</a:t>
            </a:r>
            <a:br>
              <a:rPr lang="en-US" sz="2800" dirty="0"/>
            </a:br>
            <a:r>
              <a:rPr lang="en-US" sz="2800" dirty="0"/>
              <a:t>  // </a:t>
            </a:r>
            <a:r>
              <a:rPr lang="en-US" sz="2800" i="1" dirty="0"/>
              <a:t>code to be executed</a:t>
            </a:r>
            <a:br>
              <a:rPr lang="en-US" sz="2800" dirty="0"/>
            </a:br>
            <a:r>
              <a:rPr lang="en-US" sz="2800" dirty="0"/>
              <a:t>}</a:t>
            </a:r>
          </a:p>
          <a:p>
            <a:r>
              <a:rPr lang="en-US" sz="2800" dirty="0"/>
              <a:t>Function </a:t>
            </a:r>
            <a:r>
              <a:rPr lang="en-US" sz="2800" b="1" dirty="0"/>
              <a:t>parameters</a:t>
            </a:r>
            <a:r>
              <a:rPr lang="en-US" sz="2800" dirty="0"/>
              <a:t> are the </a:t>
            </a:r>
            <a:r>
              <a:rPr lang="en-US" sz="2800" b="1" dirty="0"/>
              <a:t>names</a:t>
            </a:r>
            <a:r>
              <a:rPr lang="en-US" sz="2800" dirty="0"/>
              <a:t> listed in the function definition.</a:t>
            </a:r>
          </a:p>
          <a:p>
            <a:r>
              <a:rPr lang="en-US" sz="2800" dirty="0"/>
              <a:t>Function </a:t>
            </a:r>
            <a:r>
              <a:rPr lang="en-US" sz="2800" b="1" dirty="0"/>
              <a:t>arguments</a:t>
            </a:r>
            <a:r>
              <a:rPr lang="en-US" sz="2800" dirty="0"/>
              <a:t> are the real </a:t>
            </a:r>
            <a:r>
              <a:rPr lang="en-US" sz="2800" b="1" dirty="0"/>
              <a:t>values</a:t>
            </a:r>
            <a:r>
              <a:rPr lang="en-US" sz="2800" dirty="0"/>
              <a:t> passed to (and received by) the function.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Parameter Rules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r>
              <a:rPr lang="en-US" sz="2800" dirty="0"/>
              <a:t>JavaScript function definitions do not specify data types for parameters.</a:t>
            </a:r>
          </a:p>
          <a:p>
            <a:r>
              <a:rPr lang="en-US" sz="2800" dirty="0"/>
              <a:t>JavaScript functions do not perform type checking on the passed arguments.</a:t>
            </a:r>
          </a:p>
          <a:p>
            <a:r>
              <a:rPr lang="en-US" sz="2800" dirty="0"/>
              <a:t>JavaScript functions do not check the number of arguments received.</a:t>
            </a:r>
          </a:p>
          <a:p>
            <a:r>
              <a:rPr lang="en-US" sz="2800" b="1" dirty="0"/>
              <a:t>Default Parameters:</a:t>
            </a:r>
          </a:p>
          <a:p>
            <a:r>
              <a:rPr lang="en-US" sz="2800" dirty="0"/>
              <a:t>If a function is called with </a:t>
            </a:r>
            <a:r>
              <a:rPr lang="en-US" sz="2800" b="1" dirty="0"/>
              <a:t>missing arguments</a:t>
            </a:r>
            <a:r>
              <a:rPr lang="en-US" sz="2800" dirty="0"/>
              <a:t> (less than declared), the missing values are set to undefined.</a:t>
            </a:r>
          </a:p>
          <a:p>
            <a:r>
              <a:rPr lang="en-US" sz="2800" dirty="0"/>
              <a:t>Sometimes this is acceptable, but sometimes it is better to assign a default value to the parameter:</a:t>
            </a:r>
          </a:p>
          <a:p>
            <a:endParaRPr lang="en-US" sz="2800" b="1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&lt;p&gt;Setting a default value to a function parameter.&lt;/p&gt;</a:t>
            </a:r>
          </a:p>
          <a:p>
            <a:r>
              <a:rPr lang="en-US" dirty="0"/>
              <a:t>&lt;p id="demo"&gt;&lt;/p&gt;</a:t>
            </a:r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(x, y) {</a:t>
            </a:r>
          </a:p>
          <a:p>
            <a:r>
              <a:rPr lang="en-US" dirty="0"/>
              <a:t>  if (y === undefined) {</a:t>
            </a:r>
          </a:p>
          <a:p>
            <a:r>
              <a:rPr lang="en-US" dirty="0"/>
              <a:t>    y = 2;</a:t>
            </a:r>
          </a:p>
          <a:p>
            <a:r>
              <a:rPr lang="en-US" dirty="0"/>
              <a:t>  }  </a:t>
            </a:r>
          </a:p>
          <a:p>
            <a:r>
              <a:rPr lang="en-US" dirty="0"/>
              <a:t>  return x * y;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</a:t>
            </a:r>
            <a:r>
              <a:rPr lang="en-US" dirty="0" err="1"/>
              <a:t>myFunction</a:t>
            </a:r>
            <a:r>
              <a:rPr lang="en-US" dirty="0"/>
              <a:t>(4);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Function Rest Parameter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/>
              <a:t>The rest parameter (...) allows a function to treat an indefinite number of arguments as an array:</a:t>
            </a:r>
          </a:p>
          <a:p>
            <a:r>
              <a:rPr lang="en-US" sz="2800" dirty="0"/>
              <a:t>Example</a:t>
            </a:r>
          </a:p>
          <a:p>
            <a:r>
              <a:rPr lang="en-US" sz="2800" dirty="0"/>
              <a:t>function sum(...</a:t>
            </a:r>
            <a:r>
              <a:rPr lang="en-US" sz="2800" dirty="0" err="1"/>
              <a:t>args</a:t>
            </a:r>
            <a:r>
              <a:rPr lang="en-US" sz="2800" dirty="0"/>
              <a:t>) {</a:t>
            </a:r>
            <a:br>
              <a:rPr lang="en-US" sz="2800" dirty="0"/>
            </a:br>
            <a:r>
              <a:rPr lang="en-US" sz="2800" dirty="0"/>
              <a:t>  let sum = 0;</a:t>
            </a:r>
            <a:br>
              <a:rPr lang="en-US" sz="2800" dirty="0"/>
            </a:br>
            <a:r>
              <a:rPr lang="en-US" sz="2800" dirty="0"/>
              <a:t>  for (let </a:t>
            </a:r>
            <a:r>
              <a:rPr lang="en-US" sz="2800" dirty="0" err="1"/>
              <a:t>arg</a:t>
            </a:r>
            <a:r>
              <a:rPr lang="en-US" sz="2800" dirty="0"/>
              <a:t> of </a:t>
            </a:r>
            <a:r>
              <a:rPr lang="en-US" sz="2800" dirty="0" err="1"/>
              <a:t>args</a:t>
            </a:r>
            <a:r>
              <a:rPr lang="en-US" sz="2800" dirty="0"/>
              <a:t>) sum += </a:t>
            </a:r>
            <a:r>
              <a:rPr lang="en-US" sz="2800" dirty="0" err="1"/>
              <a:t>arg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  return sum;</a:t>
            </a:r>
            <a:br>
              <a:rPr lang="en-US" sz="2800" dirty="0"/>
            </a:br>
            <a:r>
              <a:rPr lang="en-US" sz="2800" dirty="0"/>
              <a:t>}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let x = sum(4, 9, 16, 25, 29, 100, 66, 77);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JavaScript Function Invocation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/>
          </a:bodyPr>
          <a:lstStyle/>
          <a:p>
            <a:r>
              <a:rPr lang="en-US" sz="2800" dirty="0"/>
              <a:t>Invoking a Function as a Function:</a:t>
            </a:r>
          </a:p>
          <a:p>
            <a:endParaRPr lang="en-US" sz="2800" dirty="0"/>
          </a:p>
          <a:p>
            <a:r>
              <a:rPr lang="en-US" sz="2800" dirty="0"/>
              <a:t>function </a:t>
            </a:r>
            <a:r>
              <a:rPr lang="en-US" sz="2800" dirty="0" err="1"/>
              <a:t>myFunction</a:t>
            </a:r>
            <a:r>
              <a:rPr lang="en-US" sz="2800" dirty="0"/>
              <a:t>(a, b) {</a:t>
            </a:r>
            <a:br>
              <a:rPr lang="en-US" sz="2800" dirty="0"/>
            </a:br>
            <a:r>
              <a:rPr lang="en-US" sz="2800" dirty="0"/>
              <a:t>  return a * b;</a:t>
            </a:r>
            <a:br>
              <a:rPr lang="en-US" sz="2800" dirty="0"/>
            </a:br>
            <a:r>
              <a:rPr lang="en-US" sz="2800" dirty="0"/>
              <a:t>}</a:t>
            </a:r>
            <a:br>
              <a:rPr lang="en-US" sz="2800" dirty="0"/>
            </a:br>
            <a:r>
              <a:rPr lang="en-US" sz="2800" dirty="0" err="1"/>
              <a:t>myFunction</a:t>
            </a:r>
            <a:r>
              <a:rPr lang="en-US" sz="2800" dirty="0"/>
              <a:t>(10, 2);           // Will return 20</a:t>
            </a:r>
          </a:p>
          <a:p>
            <a:r>
              <a:rPr lang="en-US" sz="2800" dirty="0">
                <a:hlinkClick r:id="rId2"/>
              </a:rPr>
              <a:t>Try it Yourself »</a:t>
            </a:r>
            <a:endParaRPr lang="en-US" sz="2800" dirty="0"/>
          </a:p>
          <a:p>
            <a:pPr>
              <a:buNone/>
            </a:pPr>
            <a:br>
              <a:rPr lang="en-US" sz="2800" dirty="0"/>
            </a:b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JavaScript Function Methods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C:\Users\LENOVO\Desktop\jsfunction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68225" y="1371601"/>
            <a:ext cx="6807550" cy="39307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JavaScript Objects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943600"/>
          </a:xfrm>
        </p:spPr>
        <p:txBody>
          <a:bodyPr>
            <a:normAutofit/>
          </a:bodyPr>
          <a:lstStyle/>
          <a:p>
            <a:r>
              <a:rPr lang="en-US" sz="2800" dirty="0"/>
              <a:t>JavaScript Objects</a:t>
            </a:r>
          </a:p>
          <a:p>
            <a:r>
              <a:rPr lang="en-US" sz="2800" dirty="0"/>
              <a:t>A </a:t>
            </a:r>
            <a:r>
              <a:rPr lang="en-US" sz="2800" dirty="0" err="1"/>
              <a:t>javaScript</a:t>
            </a:r>
            <a:r>
              <a:rPr lang="en-US" sz="2800" dirty="0"/>
              <a:t> object is an entity having state and behavior (properties and method). For example: car, pen, bike, chair, glass, keyboard, monitor etc.</a:t>
            </a:r>
          </a:p>
          <a:p>
            <a:r>
              <a:rPr lang="en-US" sz="2800" dirty="0"/>
              <a:t>JavaScript is an object-based language. Everything is an object in JavaScript.</a:t>
            </a:r>
          </a:p>
          <a:p>
            <a:r>
              <a:rPr lang="en-US" sz="2800" dirty="0"/>
              <a:t>JavaScript is template based not class based. Here, we don't create class to get the object. But, we direct create objects.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5943600"/>
          </a:xfrm>
        </p:spPr>
        <p:txBody>
          <a:bodyPr/>
          <a:lstStyle/>
          <a:p>
            <a:r>
              <a:rPr lang="en-US" b="1" dirty="0"/>
              <a:t>Creating Objects in JavaScript:</a:t>
            </a:r>
            <a:endParaRPr lang="en-US" sz="2800" b="1" dirty="0"/>
          </a:p>
          <a:p>
            <a:r>
              <a:rPr lang="en-US" dirty="0"/>
              <a:t>There are 3 ways to create objects.</a:t>
            </a:r>
          </a:p>
          <a:p>
            <a:r>
              <a:rPr lang="en-US" b="1" dirty="0"/>
              <a:t>By object literal</a:t>
            </a:r>
          </a:p>
          <a:p>
            <a:r>
              <a:rPr lang="en-US" b="1" dirty="0"/>
              <a:t>By creating instance of Object directly </a:t>
            </a:r>
            <a:r>
              <a:rPr lang="en-US" dirty="0"/>
              <a:t>(using new keyword)</a:t>
            </a:r>
          </a:p>
          <a:p>
            <a:r>
              <a:rPr lang="en-US" b="1" dirty="0"/>
              <a:t>By using an object constructor </a:t>
            </a:r>
            <a:r>
              <a:rPr lang="en-US" dirty="0"/>
              <a:t>(using new keyword)</a:t>
            </a: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1) JavaScript Object by object literal</a:t>
            </a:r>
          </a:p>
          <a:p>
            <a:r>
              <a:rPr lang="en-US" sz="2800" dirty="0"/>
              <a:t>The syntax of creating object using object literal is given below:</a:t>
            </a:r>
          </a:p>
          <a:p>
            <a:r>
              <a:rPr lang="en-US" sz="2800" b="1" dirty="0"/>
              <a:t>object={property1:value1,property2:value2.....</a:t>
            </a:r>
            <a:r>
              <a:rPr lang="en-US" sz="2800" b="1" dirty="0" err="1"/>
              <a:t>propertyN:valueN</a:t>
            </a:r>
            <a:r>
              <a:rPr lang="en-US" sz="2800" b="1" dirty="0"/>
              <a:t>} </a:t>
            </a:r>
            <a:r>
              <a:rPr lang="en-US" sz="2800" dirty="0"/>
              <a:t> </a:t>
            </a:r>
          </a:p>
          <a:p>
            <a:r>
              <a:rPr lang="en-US" sz="2800" dirty="0"/>
              <a:t>As you can see, property and value is separated by : (colon).</a:t>
            </a:r>
          </a:p>
          <a:p>
            <a:r>
              <a:rPr lang="en-US" sz="2800" dirty="0"/>
              <a:t>Let’s see the simple example of creating object in JavaScript.</a:t>
            </a:r>
          </a:p>
          <a:p>
            <a:r>
              <a:rPr lang="en-US" sz="2800" b="1" dirty="0"/>
              <a:t>&lt;</a:t>
            </a:r>
            <a:r>
              <a:rPr lang="en-US" sz="2800" dirty="0"/>
              <a:t>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r>
              <a:rPr lang="en-US" sz="2800" b="1" dirty="0" err="1"/>
              <a:t>emp</a:t>
            </a:r>
            <a:r>
              <a:rPr lang="en-US" sz="2800" b="1" dirty="0"/>
              <a:t>={id:102,name:"</a:t>
            </a:r>
            <a:r>
              <a:rPr lang="en-US" sz="2800" b="1" dirty="0" err="1"/>
              <a:t>Shyam</a:t>
            </a:r>
            <a:r>
              <a:rPr lang="en-US" sz="2800" b="1" dirty="0"/>
              <a:t> Kumar",salary:40000}  </a:t>
            </a:r>
          </a:p>
          <a:p>
            <a:r>
              <a:rPr lang="en-US" sz="2800" b="1" dirty="0" err="1"/>
              <a:t>document.write</a:t>
            </a:r>
            <a:r>
              <a:rPr lang="en-US" sz="2800" b="1" dirty="0"/>
              <a:t>(emp.id+" "+emp.name+" "+</a:t>
            </a:r>
            <a:r>
              <a:rPr lang="en-US" sz="2800" b="1" dirty="0" err="1"/>
              <a:t>emp.salary</a:t>
            </a:r>
            <a:r>
              <a:rPr lang="en-US" sz="2800" b="1" dirty="0"/>
              <a:t>);  </a:t>
            </a:r>
          </a:p>
          <a:p>
            <a:r>
              <a:rPr lang="en-US" sz="2800" b="1" dirty="0"/>
              <a:t>&lt;/script&gt; </a:t>
            </a:r>
            <a:r>
              <a:rPr lang="en-US" sz="2800" dirty="0"/>
              <a:t> 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5344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2) By creating instance of Object</a:t>
            </a:r>
          </a:p>
          <a:p>
            <a:r>
              <a:rPr lang="en-US" sz="2800" dirty="0"/>
              <a:t>The syntax of creating object directly is given below:</a:t>
            </a:r>
          </a:p>
          <a:p>
            <a:r>
              <a:rPr lang="en-US" sz="2800" b="1" dirty="0" err="1"/>
              <a:t>var</a:t>
            </a:r>
            <a:r>
              <a:rPr lang="en-US" sz="2800" b="1" dirty="0"/>
              <a:t> </a:t>
            </a:r>
            <a:r>
              <a:rPr lang="en-US" sz="2800" b="1" dirty="0" err="1"/>
              <a:t>objectname</a:t>
            </a:r>
            <a:r>
              <a:rPr lang="en-US" sz="2800" b="1" dirty="0"/>
              <a:t>=new Object(); </a:t>
            </a:r>
            <a:r>
              <a:rPr lang="en-US" sz="2800" dirty="0"/>
              <a:t> </a:t>
            </a:r>
          </a:p>
          <a:p>
            <a:r>
              <a:rPr lang="en-US" sz="2800" dirty="0"/>
              <a:t>Here, </a:t>
            </a:r>
            <a:r>
              <a:rPr lang="en-US" sz="2800" b="1" dirty="0"/>
              <a:t>new keyword</a:t>
            </a:r>
            <a:r>
              <a:rPr lang="en-US" sz="2800" dirty="0"/>
              <a:t> is used to create object.</a:t>
            </a:r>
          </a:p>
          <a:p>
            <a:endParaRPr lang="en-US" sz="2800" dirty="0"/>
          </a:p>
          <a:p>
            <a:r>
              <a:rPr lang="en-US" sz="2800" dirty="0"/>
              <a:t>&lt;script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r>
              <a:rPr lang="en-US" sz="2800" dirty="0" err="1"/>
              <a:t>var</a:t>
            </a:r>
            <a:r>
              <a:rPr lang="en-US" sz="2800" dirty="0"/>
              <a:t> </a:t>
            </a:r>
            <a:r>
              <a:rPr lang="en-US" sz="2800" dirty="0" err="1"/>
              <a:t>emp</a:t>
            </a:r>
            <a:r>
              <a:rPr lang="en-US" sz="2800" dirty="0"/>
              <a:t>=new Object();  </a:t>
            </a:r>
          </a:p>
          <a:p>
            <a:r>
              <a:rPr lang="en-US" sz="2800" dirty="0"/>
              <a:t>emp.id=101;  </a:t>
            </a:r>
          </a:p>
          <a:p>
            <a:r>
              <a:rPr lang="en-US" sz="2800" dirty="0"/>
              <a:t>emp.name="Ravi </a:t>
            </a:r>
            <a:r>
              <a:rPr lang="en-US" sz="2800" dirty="0" err="1"/>
              <a:t>Malik</a:t>
            </a:r>
            <a:r>
              <a:rPr lang="en-US" sz="2800" dirty="0"/>
              <a:t>";  </a:t>
            </a:r>
          </a:p>
          <a:p>
            <a:r>
              <a:rPr lang="en-US" sz="2800" dirty="0" err="1"/>
              <a:t>emp.salary</a:t>
            </a:r>
            <a:r>
              <a:rPr lang="en-US" sz="2800" dirty="0"/>
              <a:t>=50000;  </a:t>
            </a:r>
          </a:p>
          <a:p>
            <a:r>
              <a:rPr lang="en-US" sz="2800" dirty="0" err="1"/>
              <a:t>document.write</a:t>
            </a:r>
            <a:r>
              <a:rPr lang="en-US" sz="2800" dirty="0"/>
              <a:t>(emp.id+" "+emp.name+" "+</a:t>
            </a:r>
            <a:r>
              <a:rPr lang="en-US" sz="2800" dirty="0" err="1"/>
              <a:t>emp.salary</a:t>
            </a:r>
            <a:r>
              <a:rPr lang="en-US" sz="2800" dirty="0"/>
              <a:t>);  </a:t>
            </a:r>
          </a:p>
          <a:p>
            <a:r>
              <a:rPr lang="en-US" sz="2800" b="1" dirty="0"/>
              <a:t>&lt;/</a:t>
            </a:r>
            <a:r>
              <a:rPr lang="en-US" sz="2800" dirty="0"/>
              <a:t>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endParaRPr lang="en-US" sz="2800" dirty="0"/>
          </a:p>
          <a:p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3) By using an Object constructor</a:t>
            </a:r>
          </a:p>
          <a:p>
            <a:r>
              <a:rPr lang="en-US" sz="2800" dirty="0"/>
              <a:t>Here, you need to create function with arguments. Each argument value can be assigned in the current object by using this keyword.</a:t>
            </a:r>
          </a:p>
          <a:p>
            <a:r>
              <a:rPr lang="en-US" sz="2800" dirty="0"/>
              <a:t>The </a:t>
            </a:r>
            <a:r>
              <a:rPr lang="en-US" sz="2800" b="1" dirty="0"/>
              <a:t>this keyword</a:t>
            </a:r>
            <a:r>
              <a:rPr lang="en-US" sz="2800" dirty="0"/>
              <a:t> refers to the current object.</a:t>
            </a:r>
          </a:p>
          <a:p>
            <a:r>
              <a:rPr lang="en-US" sz="2800" dirty="0"/>
              <a:t>&lt;script</a:t>
            </a:r>
            <a:r>
              <a:rPr lang="en-US" sz="2800" b="1" dirty="0"/>
              <a:t>&gt;</a:t>
            </a:r>
            <a:r>
              <a:rPr lang="en-US" sz="2800" dirty="0"/>
              <a:t>  </a:t>
            </a:r>
          </a:p>
          <a:p>
            <a:r>
              <a:rPr lang="en-US" sz="2800" dirty="0"/>
              <a:t>function </a:t>
            </a:r>
            <a:r>
              <a:rPr lang="en-US" sz="2800" dirty="0" err="1"/>
              <a:t>emp</a:t>
            </a:r>
            <a:r>
              <a:rPr lang="en-US" sz="2800" dirty="0"/>
              <a:t>(</a:t>
            </a:r>
            <a:r>
              <a:rPr lang="en-US" sz="2800" dirty="0" err="1"/>
              <a:t>id,name,salary</a:t>
            </a:r>
            <a:r>
              <a:rPr lang="en-US" sz="2800" dirty="0"/>
              <a:t>){  </a:t>
            </a:r>
          </a:p>
          <a:p>
            <a:r>
              <a:rPr lang="en-US" sz="2800" dirty="0"/>
              <a:t>this.id=id;  </a:t>
            </a:r>
          </a:p>
          <a:p>
            <a:r>
              <a:rPr lang="en-US" sz="2800" dirty="0"/>
              <a:t>this.name=name;  </a:t>
            </a:r>
          </a:p>
          <a:p>
            <a:r>
              <a:rPr lang="en-US" sz="2800" dirty="0" err="1"/>
              <a:t>this.salary</a:t>
            </a:r>
            <a:r>
              <a:rPr lang="en-US" sz="2800" dirty="0"/>
              <a:t>=salary;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dirty="0"/>
              <a:t>e=new </a:t>
            </a:r>
            <a:r>
              <a:rPr lang="en-US" sz="2800" dirty="0" err="1"/>
              <a:t>emp</a:t>
            </a:r>
            <a:r>
              <a:rPr lang="en-US" sz="2800" dirty="0"/>
              <a:t>(103,"Vimal Jaiswal",30000);  </a:t>
            </a:r>
          </a:p>
          <a:p>
            <a:r>
              <a:rPr lang="en-US" sz="2800" dirty="0"/>
              <a:t>  </a:t>
            </a:r>
          </a:p>
          <a:p>
            <a:r>
              <a:rPr lang="en-US" sz="2800" dirty="0" err="1"/>
              <a:t>document.write</a:t>
            </a:r>
            <a:r>
              <a:rPr lang="en-US" sz="2800" dirty="0"/>
              <a:t>(e.id+" "+e.name+" "+</a:t>
            </a:r>
            <a:r>
              <a:rPr lang="en-US" sz="2800" dirty="0" err="1"/>
              <a:t>e.salary</a:t>
            </a:r>
            <a:r>
              <a:rPr lang="en-US" sz="2800" dirty="0"/>
              <a:t>);  </a:t>
            </a:r>
          </a:p>
          <a:p>
            <a:r>
              <a:rPr lang="en-US" sz="2800" b="1"/>
              <a:t>&lt;/</a:t>
            </a:r>
            <a:r>
              <a:rPr lang="en-US" sz="2800"/>
              <a:t>script</a:t>
            </a:r>
            <a:r>
              <a:rPr lang="en-US" sz="2800" b="1"/>
              <a:t>&gt;</a:t>
            </a:r>
            <a:r>
              <a:rPr lang="en-US" sz="2800"/>
              <a:t>  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1208</Words>
  <Application>Microsoft Office PowerPoint</Application>
  <PresentationFormat>On-screen Show (4:3)</PresentationFormat>
  <Paragraphs>404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Java Script </vt:lpstr>
      <vt:lpstr>PowerPoint Presentation</vt:lpstr>
      <vt:lpstr> Features of JavaScript </vt:lpstr>
      <vt:lpstr>PowerPoint Presentation</vt:lpstr>
      <vt:lpstr> Application of JavaScript </vt:lpstr>
      <vt:lpstr> JavaScript Example </vt:lpstr>
      <vt:lpstr>PowerPoint Presentation</vt:lpstr>
      <vt:lpstr>PowerPoint Presentation</vt:lpstr>
      <vt:lpstr>2) JavaScript Example : code between the head tag </vt:lpstr>
      <vt:lpstr> External JavaScript file </vt:lpstr>
      <vt:lpstr>PowerPoint Presentation</vt:lpstr>
      <vt:lpstr>index.html</vt:lpstr>
      <vt:lpstr> Advantages of External JavaScript </vt:lpstr>
      <vt:lpstr> JavaScript Comment </vt:lpstr>
      <vt:lpstr>PowerPoint Presentation</vt:lpstr>
      <vt:lpstr> JavaScript Variable </vt:lpstr>
      <vt:lpstr>PowerPoint Presentation</vt:lpstr>
      <vt:lpstr>PowerPoint Presentation</vt:lpstr>
      <vt:lpstr> JavaScript global variable </vt:lpstr>
      <vt:lpstr>PowerPoint Presentation</vt:lpstr>
      <vt:lpstr>Declaring JavaScript global variable within function </vt:lpstr>
      <vt:lpstr> Internals of global variable in JavaScript </vt:lpstr>
      <vt:lpstr> Javascript Data Types </vt:lpstr>
      <vt:lpstr>PowerPoint Presentation</vt:lpstr>
      <vt:lpstr> JavaScript non-primitive data types </vt:lpstr>
      <vt:lpstr>JavaScript Operators </vt:lpstr>
      <vt:lpstr>PowerPoint Presentation</vt:lpstr>
      <vt:lpstr>Conditional Statements</vt:lpstr>
      <vt:lpstr> The if Statement </vt:lpstr>
      <vt:lpstr>PowerPoint Presentation</vt:lpstr>
      <vt:lpstr> The else if Statement </vt:lpstr>
      <vt:lpstr>PowerPoint Presentation</vt:lpstr>
      <vt:lpstr> JavaScript Switch Statement </vt:lpstr>
      <vt:lpstr> JavaScript Loops </vt:lpstr>
      <vt:lpstr> 1) JavaScript For loop </vt:lpstr>
      <vt:lpstr> 2) JavaScript while loop </vt:lpstr>
      <vt:lpstr> 3) JavaScript do while loop </vt:lpstr>
      <vt:lpstr> JavaScript Functions </vt:lpstr>
      <vt:lpstr>PowerPoint Presentation</vt:lpstr>
      <vt:lpstr>PowerPoint Presentation</vt:lpstr>
      <vt:lpstr> Function Return </vt:lpstr>
      <vt:lpstr>PowerPoint Presentation</vt:lpstr>
      <vt:lpstr> The Function() Constructor </vt:lpstr>
      <vt:lpstr>PowerPoint Presentation</vt:lpstr>
      <vt:lpstr> JavaScript Function Parameters </vt:lpstr>
      <vt:lpstr> Parameter Rules </vt:lpstr>
      <vt:lpstr>example</vt:lpstr>
      <vt:lpstr> Function Rest Parameter </vt:lpstr>
      <vt:lpstr> JavaScript Function Invocation </vt:lpstr>
      <vt:lpstr> JavaScript Function Methods </vt:lpstr>
      <vt:lpstr> JavaScript Objects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 </dc:title>
  <dc:creator>LENOVO</dc:creator>
  <cp:lastModifiedBy>13qwert katiyar</cp:lastModifiedBy>
  <cp:revision>21</cp:revision>
  <dcterms:created xsi:type="dcterms:W3CDTF">2024-11-03T05:02:06Z</dcterms:created>
  <dcterms:modified xsi:type="dcterms:W3CDTF">2025-01-31T10:47:08Z</dcterms:modified>
</cp:coreProperties>
</file>